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Android 跨进程通信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468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(IPC) 从 Linux 到 Android 的演进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0" y="3291840"/>
            <a:ext cx="2743200" cy="457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840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Android 5 到 16 期间的 IPC 机制全面解析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目录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88720" y="10972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Linux 传统 IPC 机制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114800" y="10972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管道、信号、信号量、共享内存、消息队列、套接字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737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88720" y="17373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Android IPC 概览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114800" y="17373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Messenger、AIDL、ContentProvider、MemoryFile、SharedMemory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37744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377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88720" y="23774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Messenger 详解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114800" y="23774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轻量级 IPC 方案，基于 AIDL 实现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01752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017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88720" y="30175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AIDL 深入解析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114800" y="30175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Android 接口定义语言，支持复杂数据类型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65760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657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88720" y="36576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ContentProvider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114800" y="36576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跨进程数据共享的标准方案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429768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4297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188720" y="42976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共享内存机制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4114800" y="42976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MemoryFile 与 SharedMemory 的高性能通信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Linux 传统 IPC 机制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Linux 原生 IPC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6459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管道 (Pipe)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19659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创建时分配一页内存，缓冲区有限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2331720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3317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信号 (Signal)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26517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适用于进程中断控制，不适合信息交换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017520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0175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信号量 (Semaphore)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33375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锁机制，用于进程/线程同步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703320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7033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共享内存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14400" y="40233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直接附加到虚拟地址空间，速度快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4389120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43891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消息队列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14400" y="47091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信息复制两次，CPU 消耗大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5074920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50749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套接字 (Socket)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14400" y="53949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通用接口，传输效率低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0" y="1097280"/>
            <a:ext cx="4114800" cy="34747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846320" y="12801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关键特点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4846320" y="1828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Android 基于 Linux 内核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846320" y="2286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Linux IPC 机制基本可用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846320" y="2743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各有优缺点，需按需选择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846320" y="3200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共享内存速度最快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846320" y="3657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Binder 是 Android 的核心创新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Android IPC 方式概览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Android 提供的 IPC 方式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3931920" cy="2926080"/>
          </a:xfrm>
          <a:prstGeom prst="rect">
            <a:avLst/>
          </a:prstGeom>
          <a:solidFill>
            <a:srgbClr val="F0F7F4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7373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基于 Binder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1945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Messenger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轻量级，底层 AIDL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0" y="2194560"/>
            <a:ext cx="731520" cy="2743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0" y="21945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简单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30175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AIDL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32918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接口定义语言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0" y="3017520"/>
            <a:ext cx="731520" cy="27432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3" name="Text 11"/>
          <p:cNvSpPr/>
          <p:nvPr/>
        </p:nvSpPr>
        <p:spPr>
          <a:xfrm>
            <a:off x="3200400" y="3017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中等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" y="38404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ContentProvider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41148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数据共享标准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0" y="3840480"/>
            <a:ext cx="731520" cy="27432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7" name="Text 15"/>
          <p:cNvSpPr/>
          <p:nvPr/>
        </p:nvSpPr>
        <p:spPr>
          <a:xfrm>
            <a:off x="3200400" y="38404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中等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54880" y="1645920"/>
            <a:ext cx="3931920" cy="2926080"/>
          </a:xfrm>
          <a:prstGeom prst="rect">
            <a:avLst/>
          </a:prstGeom>
          <a:solidFill>
            <a:srgbClr val="F0F7F4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0" y="17373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基于共享内存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937760" y="21945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MemoryFile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937760" y="24688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内存文件映射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498080" y="2194560"/>
            <a:ext cx="731520" cy="27432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23" name="Text 21"/>
          <p:cNvSpPr/>
          <p:nvPr/>
        </p:nvSpPr>
        <p:spPr>
          <a:xfrm>
            <a:off x="7498080" y="21945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高级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937760" y="32918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SharedMemory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937760" y="35661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Android 8+ 推荐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498080" y="3291840"/>
            <a:ext cx="731520" cy="27432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27" name="Text 25"/>
          <p:cNvSpPr/>
          <p:nvPr/>
        </p:nvSpPr>
        <p:spPr>
          <a:xfrm>
            <a:off x="7498080" y="32918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高级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Binder 是 Android IPC 的核心，Messenger、AIDL、ContentProvider 底层都由 Binder 实现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Messenger：轻量级 IPC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114800" cy="2286000"/>
          </a:xfrm>
          <a:prstGeom prst="rect">
            <a:avLst/>
          </a:prstGeom>
          <a:solidFill>
            <a:srgbClr val="F0F7F4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188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核心概念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信使模式，传递 Message 对象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底层基于 AIDL 实现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3774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适用于简单数据传递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743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支持双向通信（replyTo）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3108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单线程处理消息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1097280"/>
            <a:ext cx="3931920" cy="2286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1188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通信流程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937760" y="1645920"/>
            <a:ext cx="320040" cy="3200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3" name="Text 11"/>
          <p:cNvSpPr/>
          <p:nvPr/>
        </p:nvSpPr>
        <p:spPr>
          <a:xfrm>
            <a:off x="4937760" y="16459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394960" y="16459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绑定 Service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937760" y="2057400"/>
            <a:ext cx="320040" cy="3200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6" name="Text 14"/>
          <p:cNvSpPr/>
          <p:nvPr/>
        </p:nvSpPr>
        <p:spPr>
          <a:xfrm>
            <a:off x="4937760" y="20574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394960" y="20574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获取服务端 Messenger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937760" y="2468880"/>
            <a:ext cx="320040" cy="3200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9" name="Text 17"/>
          <p:cNvSpPr/>
          <p:nvPr/>
        </p:nvSpPr>
        <p:spPr>
          <a:xfrm>
            <a:off x="4937760" y="24688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394960" y="246888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创建客户端 Messenger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937760" y="2880360"/>
            <a:ext cx="320040" cy="3200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2" name="Text 20"/>
          <p:cNvSpPr/>
          <p:nvPr/>
        </p:nvSpPr>
        <p:spPr>
          <a:xfrm>
            <a:off x="4937760" y="28803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394960" y="288036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发送 Message（含 replyTo）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937760" y="3291840"/>
            <a:ext cx="320040" cy="3200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5" name="Text 23"/>
          <p:cNvSpPr/>
          <p:nvPr/>
        </p:nvSpPr>
        <p:spPr>
          <a:xfrm>
            <a:off x="4937760" y="32918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394960" y="329184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服务端处理并回复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3657600"/>
            <a:ext cx="8229600" cy="118872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" y="3749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关键代码结构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40080" y="41148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0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客户端：Messenger(service) → Message.obtain() → msg.replyTo = clientMessenger → send(msg)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40080" y="44348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0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服务端：Messenger(handler) → handleMessage() → 处理消息 → 通过 msg.replyTo 发送回复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AIDL：Android 接口定义语言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AIDL 特点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5544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接口定义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18745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定义服务端和客户端的通信接口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2377440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3774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数据类型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26974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支持基本类型、String、List、Map、Parcelable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200400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2004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方向标记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35204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/ out / inout 控制数据流向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4023360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0233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线程模型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14400" y="43434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服务端方法在 Binder 线程池执行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1097280"/>
            <a:ext cx="3931920" cy="347472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937760" y="1280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使用步骤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4937760" y="1737360"/>
            <a:ext cx="274320" cy="2743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9" name="Text 17"/>
          <p:cNvSpPr/>
          <p:nvPr/>
        </p:nvSpPr>
        <p:spPr>
          <a:xfrm>
            <a:off x="4937760" y="17373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349240" y="17373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创建 .aidl 文件定义接口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937760" y="2240280"/>
            <a:ext cx="274320" cy="2743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2" name="Text 20"/>
          <p:cNvSpPr/>
          <p:nvPr/>
        </p:nvSpPr>
        <p:spPr>
          <a:xfrm>
            <a:off x="4937760" y="22402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349240" y="22402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实现 Stub 接口（服务端）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937760" y="2743200"/>
            <a:ext cx="274320" cy="2743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5" name="Text 23"/>
          <p:cNvSpPr/>
          <p:nvPr/>
        </p:nvSpPr>
        <p:spPr>
          <a:xfrm>
            <a:off x="4937760" y="27432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349240" y="274320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中返回 Binder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937760" y="3246120"/>
            <a:ext cx="274320" cy="2743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8" name="Text 26"/>
          <p:cNvSpPr/>
          <p:nvPr/>
        </p:nvSpPr>
        <p:spPr>
          <a:xfrm>
            <a:off x="4937760" y="32461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349240" y="324612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客户端绑定 Service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937760" y="3749040"/>
            <a:ext cx="274320" cy="2743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1" name="Text 29"/>
          <p:cNvSpPr/>
          <p:nvPr/>
        </p:nvSpPr>
        <p:spPr>
          <a:xfrm>
            <a:off x="4937760" y="37490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349240" y="374904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获取接口代理对象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937760" y="4251960"/>
            <a:ext cx="274320" cy="2743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4" name="Text 32"/>
          <p:cNvSpPr/>
          <p:nvPr/>
        </p:nvSpPr>
        <p:spPr>
          <a:xfrm>
            <a:off x="4937760" y="42519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349240" y="42519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调用接口方法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ContentProvider：数据共享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solidFill>
            <a:srgbClr val="F0F7F4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1887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核心概念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Android 四大组件之一，用于在不同应用间共享数据。底层基于 Binder，提供统一的 URI 接口进行 CRUD 操作。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23774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关键组件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834640"/>
            <a:ext cx="137160" cy="4572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28346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URI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194560" y="28346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content://authority/path/id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383280"/>
            <a:ext cx="137160" cy="4572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33832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Cursor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194560" y="33832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查询结果集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931920"/>
            <a:ext cx="137160" cy="4572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39319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ContentResolver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194560" y="39319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客户端访问接口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54880" y="23774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数据操作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4754880" y="2834640"/>
            <a:ext cx="137160" cy="36576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8" name="Text 16"/>
          <p:cNvSpPr/>
          <p:nvPr/>
        </p:nvSpPr>
        <p:spPr>
          <a:xfrm>
            <a:off x="4983480" y="28346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query()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17920" y="28346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查询数据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54880" y="3291840"/>
            <a:ext cx="137160" cy="36576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1" name="Text 19"/>
          <p:cNvSpPr/>
          <p:nvPr/>
        </p:nvSpPr>
        <p:spPr>
          <a:xfrm>
            <a:off x="4983480" y="32918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insert()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217920" y="32918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插入数据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754880" y="3749040"/>
            <a:ext cx="137160" cy="3657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4" name="Text 22"/>
          <p:cNvSpPr/>
          <p:nvPr/>
        </p:nvSpPr>
        <p:spPr>
          <a:xfrm>
            <a:off x="4983480" y="37490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update()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217920" y="37490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更新数据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754880" y="4206240"/>
            <a:ext cx="137160" cy="36576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27" name="Text 25"/>
          <p:cNvSpPr/>
          <p:nvPr/>
        </p:nvSpPr>
        <p:spPr>
          <a:xfrm>
            <a:off x="4983480" y="42062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delete()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217920" y="42062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删除数据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共享内存：高性能通信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MemoryFile vs SharedMemory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3931920" cy="32004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7373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MemoryFile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2860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早期 Android 共享内存方式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7432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基于 ashmem 驱动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32004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需要文件描述符传递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36576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API 较为底层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41148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适合小数据量传输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1645920"/>
            <a:ext cx="3931920" cy="3200400"/>
          </a:xfrm>
          <a:prstGeom prst="rect">
            <a:avLst/>
          </a:prstGeom>
          <a:solidFill>
            <a:srgbClr val="FFFFFF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7373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SharedMemory (API 27+)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937760" y="22860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Android 8.0+ 推荐方式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37760" y="27432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更现代的 API 设计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37760" y="32004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支持 Parcelable 传递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37760" y="36576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更好的内存管理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37760" y="41148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适合大数据量传输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5029200"/>
            <a:ext cx="8229600" cy="2743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5029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 共享内存避免了数据拷贝，是性能最高的 IPC 方式，适合传输图片、视频等大文件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IPC 方式选择指南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根据场景选择合适的 IPC 方式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3931920" cy="1371600"/>
          </a:xfrm>
          <a:prstGeom prst="rect">
            <a:avLst/>
          </a:prstGeom>
          <a:solidFill>
            <a:srgbClr val="F0F7F4"/>
          </a:solidFill>
          <a:ln w="25400">
            <a:solidFill>
              <a:srgbClr val="00A89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783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简单数据传递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148840"/>
            <a:ext cx="1371600" cy="32004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1488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Messenger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5603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轻量级，易于实现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645920"/>
            <a:ext cx="3931920" cy="1371600"/>
          </a:xfrm>
          <a:prstGeom prst="rect">
            <a:avLst/>
          </a:prstGeom>
          <a:solidFill>
            <a:srgbClr val="F0F7F4"/>
          </a:solidFill>
          <a:ln w="25400">
            <a:solidFill>
              <a:srgbClr val="02809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37760" y="1783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复杂接口调用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937760" y="2148840"/>
            <a:ext cx="1371600" cy="3200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21488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AIDL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37760" y="25603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支持多方法、复杂数据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291840"/>
            <a:ext cx="3931920" cy="1371600"/>
          </a:xfrm>
          <a:prstGeom prst="rect">
            <a:avLst/>
          </a:prstGeom>
          <a:solidFill>
            <a:srgbClr val="F0F7F4"/>
          </a:solidFill>
          <a:ln w="25400">
            <a:solidFill>
              <a:srgbClr val="02C39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0080" y="34290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数据共享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3794760"/>
            <a:ext cx="1371600" cy="3200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7947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ContentProvider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42062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标准化 URI 接口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3291840"/>
            <a:ext cx="3931920" cy="1371600"/>
          </a:xfrm>
          <a:prstGeom prst="rect">
            <a:avLst/>
          </a:prstGeom>
          <a:solidFill>
            <a:srgbClr val="F0F7F4"/>
          </a:solidFill>
          <a:ln w="25400">
            <a:solidFill>
              <a:srgbClr val="21295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937760" y="34290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大文件传输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937760" y="3794760"/>
            <a:ext cx="1371600" cy="32004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22" name="Text 20"/>
          <p:cNvSpPr/>
          <p:nvPr/>
        </p:nvSpPr>
        <p:spPr>
          <a:xfrm>
            <a:off x="4937760" y="37947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SharedMemory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937760" y="42062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零拷贝，性能最高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总结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1371600" y="1463040"/>
            <a:ext cx="182880" cy="1828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1737360" y="137160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Linux IPC 机制在 Android 中基本可用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371600" y="2103120"/>
            <a:ext cx="182880" cy="1828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1737360" y="201168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Binder 是 Android IPC 的核心创新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371600" y="2743200"/>
            <a:ext cx="182880" cy="1828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8" name="Text 6"/>
          <p:cNvSpPr/>
          <p:nvPr/>
        </p:nvSpPr>
        <p:spPr>
          <a:xfrm>
            <a:off x="1737360" y="265176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Messenger 适合简单场景，AIDL 适合复杂接口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371600" y="3383280"/>
            <a:ext cx="182880" cy="1828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1737360" y="329184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ContentProvider 是数据共享的标准方案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371600" y="4023360"/>
            <a:ext cx="182880" cy="1828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2" name="Text 10"/>
          <p:cNvSpPr/>
          <p:nvPr/>
        </p:nvSpPr>
        <p:spPr>
          <a:xfrm>
            <a:off x="1737360" y="393192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共享内存提供最高性能的传输能力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200400" y="4572000"/>
            <a:ext cx="2743200" cy="457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4846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感谢阅读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Android 跨进程通信(IPC)详解</dc:title>
  <dc:subject>PptxGenJS Presentation</dc:subject>
  <dc:creator>Android IPC Tutorial</dc:creator>
  <cp:lastModifiedBy>Android IPC Tutorial</cp:lastModifiedBy>
  <cp:revision>1</cp:revision>
  <dcterms:created xsi:type="dcterms:W3CDTF">2026-03-07T08:04:00Z</dcterms:created>
  <dcterms:modified xsi:type="dcterms:W3CDTF">2026-03-07T08:04:00Z</dcterms:modified>
</cp:coreProperties>
</file>